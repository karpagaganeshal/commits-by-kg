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Cross Validation (Simple Meaning)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Cross validation means testing a model using different parts of the same data.</a:t>
            </a:r>
          </a:p>
          <a:p>
            <a:endParaRPr sz="2400" dirty="0"/>
          </a:p>
          <a:p>
            <a:r>
              <a:rPr sz="2400" dirty="0"/>
              <a:t>Instead of using all data at once, we split data into parts.</a:t>
            </a:r>
          </a:p>
          <a:p>
            <a:endParaRPr sz="2400" dirty="0"/>
          </a:p>
          <a:p>
            <a:r>
              <a:rPr sz="2400" dirty="0"/>
              <a:t>This helps us check how well the model works on new, unseen data.</a:t>
            </a:r>
          </a:p>
          <a:p>
            <a:endParaRPr sz="2400" dirty="0"/>
          </a:p>
          <a:p>
            <a:r>
              <a:rPr sz="2400" dirty="0"/>
              <a:t>Think of it like studying with practice tests before the final exam.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K-Fold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Data is divided into K equal parts (folds).</a:t>
            </a:r>
          </a:p>
          <a:p>
            <a:endParaRPr sz="1800" dirty="0"/>
          </a:p>
          <a:p>
            <a:r>
              <a:rPr sz="1800" dirty="0"/>
              <a:t>Model is trained on K-1 parts and tested on the remaining 1 part</a:t>
            </a:r>
            <a:r>
              <a:rPr lang="en-IN" sz="1800" dirty="0"/>
              <a:t> (in 100- training 80%,testing- 20%)</a:t>
            </a:r>
            <a:r>
              <a:rPr sz="1800" dirty="0"/>
              <a:t>.</a:t>
            </a:r>
          </a:p>
          <a:p>
            <a:endParaRPr sz="1800" dirty="0"/>
          </a:p>
          <a:p>
            <a:r>
              <a:rPr sz="1800" dirty="0"/>
              <a:t>This process is repeated K times</a:t>
            </a:r>
            <a:r>
              <a:rPr lang="en-IN" sz="1800" dirty="0"/>
              <a:t> in diagonal way</a:t>
            </a:r>
            <a:r>
              <a:rPr sz="1800" dirty="0"/>
              <a:t>.</a:t>
            </a:r>
          </a:p>
          <a:p>
            <a:endParaRPr sz="1800" dirty="0"/>
          </a:p>
          <a:p>
            <a:r>
              <a:rPr sz="1800" dirty="0"/>
              <a:t>Final result is the average of all test results.</a:t>
            </a:r>
          </a:p>
          <a:p>
            <a:endParaRPr sz="1800" dirty="0"/>
          </a:p>
          <a:p>
            <a:r>
              <a:rPr sz="1800" dirty="0"/>
              <a:t>Example: 5-fold</a:t>
            </a:r>
            <a:r>
              <a:rPr lang="en-US" sz="1800" dirty="0"/>
              <a:t> means data is split into 5 parts.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75AA17-63A2-CF99-E641-E073D3AB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119" y="3003445"/>
            <a:ext cx="2867556" cy="19083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dirty="0"/>
              <a:t>Stratified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This is similar to K-Fold, but with one extra care.</a:t>
            </a:r>
          </a:p>
          <a:p>
            <a:endParaRPr sz="1800" dirty="0"/>
          </a:p>
          <a:p>
            <a:r>
              <a:rPr sz="1800" dirty="0"/>
              <a:t>Each fold keeps the same proportion of classes.</a:t>
            </a:r>
            <a:r>
              <a:rPr lang="en-IN" sz="1800" dirty="0"/>
              <a:t>but it takes testing at any where in test data.</a:t>
            </a:r>
            <a:endParaRPr sz="1800" dirty="0"/>
          </a:p>
          <a:p>
            <a:endParaRPr sz="1800" dirty="0"/>
          </a:p>
          <a:p>
            <a:r>
              <a:rPr sz="1800" dirty="0"/>
              <a:t>Useful when data has unequal categories (like pass/fail).</a:t>
            </a:r>
          </a:p>
          <a:p>
            <a:endParaRPr sz="1800" dirty="0"/>
          </a:p>
          <a:p>
            <a:r>
              <a:rPr sz="1800" dirty="0"/>
              <a:t>Ensures fair testing for all types of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C4F6B-E3EE-52BA-BB5C-C99B3690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984" y="3603812"/>
            <a:ext cx="3370701" cy="14125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1800" dirty="0"/>
              <a:t>Leave-One-Out Cross Validation (LOOCV)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Only one data point is kept for testing.</a:t>
            </a:r>
          </a:p>
          <a:p>
            <a:endParaRPr sz="1800" dirty="0"/>
          </a:p>
          <a:p>
            <a:r>
              <a:rPr sz="1800" dirty="0"/>
              <a:t>All remaining data is used for training.</a:t>
            </a:r>
          </a:p>
          <a:p>
            <a:endParaRPr sz="1800" dirty="0"/>
          </a:p>
          <a:p>
            <a:r>
              <a:rPr sz="1800" dirty="0"/>
              <a:t>This is repeated for every data point.</a:t>
            </a:r>
          </a:p>
          <a:p>
            <a:endParaRPr sz="1800" dirty="0"/>
          </a:p>
          <a:p>
            <a:r>
              <a:rPr sz="1800" dirty="0"/>
              <a:t>Very accurate but takes more time.</a:t>
            </a:r>
          </a:p>
          <a:p>
            <a:endParaRPr sz="1800" dirty="0"/>
          </a:p>
          <a:p>
            <a:r>
              <a:rPr sz="1800" dirty="0"/>
              <a:t>Like testing each student one by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dirty="0"/>
              <a:t>Hold-Out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Data is split only once.</a:t>
            </a:r>
          </a:p>
          <a:p>
            <a:endParaRPr sz="1800" dirty="0"/>
          </a:p>
          <a:p>
            <a:r>
              <a:rPr sz="1800" dirty="0"/>
              <a:t>One part for training and one part for testing.</a:t>
            </a:r>
          </a:p>
          <a:p>
            <a:endParaRPr sz="1800" dirty="0"/>
          </a:p>
          <a:p>
            <a:r>
              <a:rPr sz="1800" dirty="0"/>
              <a:t>Example: </a:t>
            </a:r>
            <a:r>
              <a:rPr lang="en-IN" sz="1800" dirty="0"/>
              <a:t>5</a:t>
            </a:r>
            <a:r>
              <a:rPr sz="1800" dirty="0"/>
              <a:t>0% training, </a:t>
            </a:r>
            <a:r>
              <a:rPr lang="en-IN" sz="1800" dirty="0"/>
              <a:t>5</a:t>
            </a:r>
            <a:r>
              <a:rPr sz="1800" dirty="0"/>
              <a:t>0% testing.</a:t>
            </a:r>
          </a:p>
          <a:p>
            <a:endParaRPr sz="1800" dirty="0"/>
          </a:p>
          <a:p>
            <a:r>
              <a:rPr sz="1800" dirty="0"/>
              <a:t>Simple and fast, but results depend on the split</a:t>
            </a:r>
            <a:r>
              <a:rPr lang="en-IN" sz="1800" dirty="0"/>
              <a:t> we may miss out </a:t>
            </a:r>
            <a:endParaRPr sz="1800" dirty="0"/>
          </a:p>
          <a:p>
            <a:endParaRPr sz="1800" dirty="0"/>
          </a:p>
          <a:p>
            <a:r>
              <a:rPr sz="1800" dirty="0"/>
              <a:t>Like one practice test before exam.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282</Words>
  <Application>Microsoft Office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Cross Validation (Simple Meaning)</vt:lpstr>
      <vt:lpstr>K-Fold Cross Validation</vt:lpstr>
      <vt:lpstr>Stratified Cross Validation</vt:lpstr>
      <vt:lpstr>Leave-One-Out Cross Validation (LOOCV)</vt:lpstr>
      <vt:lpstr>Hold-Out Method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Karpahaganesh AL</cp:lastModifiedBy>
  <cp:revision>8</cp:revision>
  <dcterms:created xsi:type="dcterms:W3CDTF">2013-01-27T09:14:16Z</dcterms:created>
  <dcterms:modified xsi:type="dcterms:W3CDTF">2025-12-28T16:27:13Z</dcterms:modified>
  <cp:category/>
</cp:coreProperties>
</file>